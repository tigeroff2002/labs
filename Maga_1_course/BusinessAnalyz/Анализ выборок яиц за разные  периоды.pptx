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816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591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579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926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550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466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517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0145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4137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8218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0693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533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8032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853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021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396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7C334-B6E4-49A0-91D1-2E4A82F924FD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37AB016-26C0-4BB8-8F30-AD4E28EE4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213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7676" y="1867639"/>
            <a:ext cx="7766936" cy="1646302"/>
          </a:xfrm>
        </p:spPr>
        <p:txBody>
          <a:bodyPr/>
          <a:lstStyle/>
          <a:p>
            <a:r>
              <a:rPr lang="ru-RU" sz="3600" dirty="0" smtClean="0"/>
              <a:t>Анализ выборок яиц за разные  периоды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07067" y="4403170"/>
            <a:ext cx="7766936" cy="1096899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Выполнил:</a:t>
            </a:r>
          </a:p>
          <a:p>
            <a:r>
              <a:rPr lang="ru-RU" dirty="0" smtClean="0"/>
              <a:t> Парахин Кирилл Валерьевич,</a:t>
            </a:r>
          </a:p>
          <a:p>
            <a:r>
              <a:rPr lang="ru-RU" dirty="0" smtClean="0"/>
              <a:t> ПРИм-124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6237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4446" y="371637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В среднем получаем следующие показатели для 2023 года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07" y="1145802"/>
            <a:ext cx="6342785" cy="365420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30" y="2707224"/>
            <a:ext cx="7916380" cy="209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9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За 2023 год имеем выборки с января по ноябрь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37" y="1224284"/>
            <a:ext cx="8313461" cy="538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9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4446" y="371637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За 2023 год имеем выборки с января по ноябрь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793" y="1032037"/>
            <a:ext cx="8175046" cy="542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05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4446" y="371637"/>
            <a:ext cx="8596668" cy="132080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При сравнении выборок среднего январского дня 2023 года и 13 января 2024 года следующие результаты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683" y="1339914"/>
            <a:ext cx="7965319" cy="515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50731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</TotalTime>
  <Words>56</Words>
  <Application>Microsoft Office PowerPoint</Application>
  <PresentationFormat>Широкоэкранный</PresentationFormat>
  <Paragraphs>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Аспект</vt:lpstr>
      <vt:lpstr>Анализ выборок яиц за разные  периоды</vt:lpstr>
      <vt:lpstr>В среднем получаем следующие показатели для 2023 года</vt:lpstr>
      <vt:lpstr>За 2023 год имеем выборки с января по ноябрь</vt:lpstr>
      <vt:lpstr>За 2023 год имеем выборки с января по ноябрь</vt:lpstr>
      <vt:lpstr>При сравнении выборок среднего январского дня 2023 года и 13 января 2024 года следующие результаты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выборок яиц за разные  периоды</dc:title>
  <dc:creator>Кирилл Парахин</dc:creator>
  <cp:lastModifiedBy>Кирилл Парахин</cp:lastModifiedBy>
  <cp:revision>3</cp:revision>
  <dcterms:created xsi:type="dcterms:W3CDTF">2025-03-02T19:49:36Z</dcterms:created>
  <dcterms:modified xsi:type="dcterms:W3CDTF">2025-03-02T20:22:12Z</dcterms:modified>
</cp:coreProperties>
</file>